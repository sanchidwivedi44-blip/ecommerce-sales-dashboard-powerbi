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640080"/>
            <a:ext cx="2468880" cy="246888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2926080"/>
            <a:ext cx="1645920" cy="164592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63840" y="4206240"/>
            <a:ext cx="1188720" cy="1188720"/>
          </a:xfrm>
          <a:prstGeom prst="ellipse">
            <a:avLst/>
          </a:prstGeom>
          <a:solidFill>
            <a:srgbClr val="364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8046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E-COMMERCE SALES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B4E0E1"/>
                </a:solidFill>
                <a:latin typeface="Aptos"/>
              </a:defRPr>
            </a:pPr>
            <a:r>
              <a:t>Interactive Data Analysis Using Power 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Presented by: Bhavya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15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8D2E1"/>
                </a:solidFill>
                <a:latin typeface="Aptos"/>
              </a:defRPr>
            </a:pPr>
            <a:r>
              <a:t>BBA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This project presents an e-commerce sales dashboard created in Power BI.</a:t>
            </a:r>
          </a:p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It combines order information and sales details in one interactive report.</a:t>
            </a:r>
          </a:p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The dashboard helps explore sales amount, profit, quantity, product categories, customers and locations.</a:t>
            </a:r>
          </a:p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Filters for state and quarter make it easier to focus on a selected part of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4800600"/>
            <a:ext cx="2651760" cy="822960"/>
          </a:xfrm>
          <a:prstGeom prst="roundRect">
            <a:avLst/>
          </a:prstGeom>
          <a:solidFill>
            <a:srgbClr val="DE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50109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09999"/>
                </a:solidFill>
                <a:latin typeface="Aptos"/>
              </a:defRPr>
            </a:pPr>
            <a:r>
              <a:t>POWER BI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Main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99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8191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23A"/>
                </a:solidFill>
                <a:latin typeface="Aptos"/>
              </a:defRPr>
            </a:pPr>
            <a:r>
              <a:t>Track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0312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4748B"/>
                </a:solidFill>
                <a:latin typeface="Aptos"/>
              </a:defRPr>
            </a:pPr>
            <a:r>
              <a:t>View total sales amount, profit and quantity.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1732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99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58191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23A"/>
                </a:solidFill>
                <a:latin typeface="Aptos"/>
              </a:defRPr>
            </a:pPr>
            <a:r>
              <a:t>Compare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10312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4748B"/>
                </a:solidFill>
                <a:latin typeface="Aptos"/>
              </a:defRPr>
            </a:pPr>
            <a:r>
              <a:t>Explore category and sub-category performance.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99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23A"/>
                </a:solidFill>
                <a:latin typeface="Aptos"/>
              </a:defRPr>
            </a:pPr>
            <a:r>
              <a:t>Understand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25196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4748B"/>
                </a:solidFill>
                <a:latin typeface="Aptos"/>
              </a:defRPr>
            </a:pPr>
            <a:r>
              <a:t>Review profit by customer.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566160"/>
            <a:ext cx="52578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74904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99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73075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4223A"/>
                </a:solidFill>
                <a:latin typeface="Aptos"/>
              </a:defRPr>
            </a:pPr>
            <a:r>
              <a:t>Explore 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25196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4748B"/>
                </a:solidFill>
                <a:latin typeface="Aptos"/>
              </a:defRPr>
            </a:pPr>
            <a:r>
              <a:t>Compare sales amount across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What the Dashboard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629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•  KPI cards: total profit, total amount and total quantity.</a:t>
            </a:r>
          </a:p>
          <a:p>
            <a:pPr>
              <a:spcAft>
                <a:spcPts val="16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•  Monthly quantity: compares quantities across months.</a:t>
            </a:r>
          </a:p>
          <a:p>
            <a:pPr>
              <a:spcAft>
                <a:spcPts val="16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•  Profit by sub-category: helps compare product groups.</a:t>
            </a:r>
          </a:p>
          <a:p>
            <a:pPr>
              <a:spcAft>
                <a:spcPts val="16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•  Quantity by category and payment mode: shows the share of each group.</a:t>
            </a:r>
          </a:p>
          <a:p>
            <a:pPr>
              <a:spcAft>
                <a:spcPts val="1600"/>
              </a:spcAft>
              <a:defRPr sz="1800">
                <a:solidFill>
                  <a:srgbClr val="2B3441"/>
                </a:solidFill>
                <a:latin typeface="Aptos"/>
              </a:defRPr>
            </a:pPr>
            <a:r>
              <a:t>•  State-wise amount and customer-wise profit: supports location and customer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9999"/>
                </a:solidFill>
                <a:latin typeface="Aptos"/>
              </a:defRPr>
            </a:pPr>
            <a:r>
              <a:t>DASHBOARD ELEMENTS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920240"/>
            <a:ext cx="11704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16952" y="2057400"/>
            <a:ext cx="1024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6952" y="2331720"/>
            <a:ext cx="1024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1920240"/>
            <a:ext cx="11704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057400"/>
            <a:ext cx="1024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331720"/>
            <a:ext cx="1024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0696" y="1920240"/>
            <a:ext cx="117043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13848" y="2057400"/>
            <a:ext cx="1024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900" b="1">
                <a:solidFill>
                  <a:srgbClr val="64748B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3848" y="2331720"/>
            <a:ext cx="10241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14223A"/>
                </a:solidFill>
                <a:latin typeface="Aptos"/>
              </a:defRPr>
            </a:pPr>
            <a:r>
              <a:t>KPI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3840480"/>
            <a:ext cx="347472" cy="10972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94192" y="3200400"/>
            <a:ext cx="347472" cy="17373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0264" y="3657600"/>
            <a:ext cx="347472" cy="128016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46336" y="2651760"/>
            <a:ext cx="347472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22408" y="3383280"/>
            <a:ext cx="347472" cy="1554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5120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64748B"/>
                </a:solidFill>
                <a:latin typeface="Aptos"/>
              </a:defRPr>
            </a:pPr>
            <a:r>
              <a:t>Illustration of chart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How to Use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371600"/>
            <a:ext cx="566928" cy="5669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7218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23A"/>
                </a:solidFill>
                <a:latin typeface="Aptos"/>
              </a:defRPr>
            </a:pPr>
            <a:r>
              <a:t>Start with the KPI cards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35331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Get a quick overview of profit, amount and quantity.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514600"/>
            <a:ext cx="566928" cy="5669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1518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96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23A"/>
                </a:solidFill>
                <a:latin typeface="Aptos"/>
              </a:defRPr>
            </a:pPr>
            <a:r>
              <a:t>Check the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9631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Compare months, product groups, customers and states.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657600"/>
            <a:ext cx="566928" cy="5669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75818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639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23A"/>
                </a:solidFill>
                <a:latin typeface="Aptos"/>
              </a:defRPr>
            </a:pPr>
            <a:r>
              <a:t>Apply a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63931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Choose a state or quarter to focus the report.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01184"/>
            <a:ext cx="566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782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4223A"/>
                </a:solidFill>
                <a:latin typeface="Aptos"/>
              </a:defRPr>
            </a:pPr>
            <a:r>
              <a:t>Compare the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78231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B3441"/>
                </a:solidFill>
                <a:latin typeface="Aptos"/>
              </a:defRPr>
            </a:pPr>
            <a:r>
              <a:t>Look for differences between the selected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4223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51560" cy="640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The dashboard brings key e-commerce sales measures into one place.</a:t>
            </a:r>
          </a:p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Charts help compare products, payment modes, customers and states.</a:t>
            </a:r>
          </a:p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Interactive filters allow users to explore different quarters and locations.</a:t>
            </a:r>
          </a:p>
          <a:p>
            <a:pPr>
              <a:spcAft>
                <a:spcPts val="1600"/>
              </a:spcAft>
              <a:defRPr sz="2100">
                <a:solidFill>
                  <a:srgbClr val="2B3441"/>
                </a:solidFill>
                <a:latin typeface="Aptos"/>
              </a:defRPr>
            </a:pPr>
            <a:r>
              <a:t>•  Overall, Power BI makes the data easier to understand and supports better-informed business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5623560"/>
            <a:ext cx="5212080" cy="59436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5760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